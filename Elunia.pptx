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94614"/>
  </p:normalViewPr>
  <p:slideViewPr>
    <p:cSldViewPr snapToGrid="0">
      <p:cViewPr varScale="1">
        <p:scale>
          <a:sx n="120" d="100"/>
          <a:sy n="120" d="100"/>
        </p:scale>
        <p:origin x="19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5/3/26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5/3/26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5/3/26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5/3/26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5/3/26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5/3/26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5/3/26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5/3/26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5/3/26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5/3/26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5/3/26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5/3/26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705F4-FDCF-1FDA-BEE7-9AD0C6F367E7}"/>
              </a:ext>
            </a:extLst>
          </p:cNvPr>
          <p:cNvSpPr>
            <a:spLocks noGrp="1"/>
          </p:cNvSpPr>
          <p:nvPr>
            <p:ph type="title"/>
          </p:nvPr>
        </p:nvSpPr>
        <p:spPr/>
        <p:txBody>
          <a:bodyPr/>
          <a:lstStyle/>
          <a:p>
            <a:r>
              <a:rPr lang="en-US" dirty="0" err="1"/>
              <a:t>Elunïa</a:t>
            </a:r>
            <a:endParaRPr lang="en-US" dirty="0"/>
          </a:p>
        </p:txBody>
      </p:sp>
      <p:sp>
        <p:nvSpPr>
          <p:cNvPr id="3" name="Content Placeholder 2">
            <a:extLst>
              <a:ext uri="{FF2B5EF4-FFF2-40B4-BE49-F238E27FC236}">
                <a16:creationId xmlns:a16="http://schemas.microsoft.com/office/drawing/2014/main" id="{2145ACB2-DFB9-911C-020A-FDEEF02A9266}"/>
              </a:ext>
            </a:extLst>
          </p:cNvPr>
          <p:cNvSpPr>
            <a:spLocks noGrp="1"/>
          </p:cNvSpPr>
          <p:nvPr>
            <p:ph sz="half" idx="1"/>
          </p:nvPr>
        </p:nvSpPr>
        <p:spPr/>
        <p:txBody>
          <a:bodyPr>
            <a:normAutofit fontScale="92500"/>
          </a:bodyPr>
          <a:lstStyle/>
          <a:p>
            <a:r>
              <a:rPr lang="en-US" b="1" dirty="0"/>
              <a:t>Team Member: </a:t>
            </a:r>
            <a:r>
              <a:rPr lang="en-US" dirty="0"/>
              <a:t>Elizabeth Babadele </a:t>
            </a:r>
          </a:p>
          <a:p>
            <a:r>
              <a:rPr lang="en-US" b="1" dirty="0"/>
              <a:t>Project Title:</a:t>
            </a:r>
            <a:r>
              <a:rPr lang="en-US" dirty="0"/>
              <a:t> </a:t>
            </a:r>
            <a:r>
              <a:rPr lang="en-US" dirty="0" err="1"/>
              <a:t>Elunïa</a:t>
            </a:r>
            <a:r>
              <a:rPr lang="en-US" dirty="0"/>
              <a:t> </a:t>
            </a:r>
          </a:p>
          <a:p>
            <a:r>
              <a:rPr lang="en-US" b="1" dirty="0"/>
              <a:t>Tagline:</a:t>
            </a:r>
            <a:r>
              <a:rPr lang="en-US" dirty="0"/>
              <a:t> Your digital bridge to personalized Y2K and Ethereal style.</a:t>
            </a:r>
          </a:p>
          <a:p>
            <a:br>
              <a:rPr lang="en-US" dirty="0"/>
            </a:br>
            <a:endParaRPr lang="en-US" dirty="0"/>
          </a:p>
          <a:p>
            <a:endParaRPr lang="en-US" dirty="0"/>
          </a:p>
        </p:txBody>
      </p:sp>
      <p:sp>
        <p:nvSpPr>
          <p:cNvPr id="4" name="Content Placeholder 3">
            <a:extLst>
              <a:ext uri="{FF2B5EF4-FFF2-40B4-BE49-F238E27FC236}">
                <a16:creationId xmlns:a16="http://schemas.microsoft.com/office/drawing/2014/main" id="{F0EE04C0-A0CD-2EC9-105C-9C2BD1034A48}"/>
              </a:ext>
            </a:extLst>
          </p:cNvPr>
          <p:cNvSpPr>
            <a:spLocks noGrp="1"/>
          </p:cNvSpPr>
          <p:nvPr>
            <p:ph sz="half" idx="2"/>
          </p:nvPr>
        </p:nvSpPr>
        <p:spPr/>
        <p:txBody>
          <a:bodyPr>
            <a:normAutofit fontScale="92500"/>
          </a:bodyPr>
          <a:lstStyle/>
          <a:p>
            <a:r>
              <a:rPr lang="en-US" b="1" dirty="0"/>
              <a:t>The Concept</a:t>
            </a:r>
          </a:p>
          <a:p>
            <a:r>
              <a:rPr lang="en-US" dirty="0" err="1"/>
              <a:t>Elunïa</a:t>
            </a:r>
            <a:r>
              <a:rPr lang="en-US" dirty="0"/>
              <a:t> is an powered styling engine designed to help users navigate niche fashion subcultures. By combining Information Systems data analysis with Interactive Design, the app provides instant, tailored fashion advice and mood board inspiration.</a:t>
            </a:r>
          </a:p>
          <a:p>
            <a:r>
              <a:rPr lang="en-US" dirty="0"/>
              <a:t>This project solves the style overwhelm many users feel when exploring new aesthetics. For the business, it demonstrates a scalable way to use data-driven logic to drive personal shopping experiences and user engagement.</a:t>
            </a:r>
          </a:p>
        </p:txBody>
      </p:sp>
    </p:spTree>
    <p:extLst>
      <p:ext uri="{BB962C8B-B14F-4D97-AF65-F5344CB8AC3E}">
        <p14:creationId xmlns:p14="http://schemas.microsoft.com/office/powerpoint/2010/main" val="12485167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TotalTime>
  <Words>99</Words>
  <Application>Microsoft Macintosh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Tw Cen MT</vt:lpstr>
      <vt:lpstr>Tw Cen MT Condensed</vt:lpstr>
      <vt:lpstr>Wingdings 3</vt:lpstr>
      <vt:lpstr>Integral</vt:lpstr>
      <vt:lpstr>Elunïa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Babadele</dc:creator>
  <cp:lastModifiedBy>Elizabeth Babadele</cp:lastModifiedBy>
  <cp:revision>1</cp:revision>
  <dcterms:created xsi:type="dcterms:W3CDTF">2026-05-04T02:04:26Z</dcterms:created>
  <dcterms:modified xsi:type="dcterms:W3CDTF">2026-05-04T02:13:13Z</dcterms:modified>
</cp:coreProperties>
</file>